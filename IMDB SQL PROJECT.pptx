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24CA7-7AFA-4E42-9C69-B83D8A427575}" v="2" dt="2026-06-08T19:07:39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anshu Singh" userId="3adf4b46b30e326c" providerId="LiveId" clId="{208FC3DC-62FF-4728-A0F2-C8F2B0979AED}"/>
    <pc:docChg chg="custSel addSld modSld sldOrd">
      <pc:chgData name="Divanshu Singh" userId="3adf4b46b30e326c" providerId="LiveId" clId="{208FC3DC-62FF-4728-A0F2-C8F2B0979AED}" dt="2026-06-08T19:14:40.626" v="26" actId="14100"/>
      <pc:docMkLst>
        <pc:docMk/>
      </pc:docMkLst>
      <pc:sldChg chg="modSp mod">
        <pc:chgData name="Divanshu Singh" userId="3adf4b46b30e326c" providerId="LiveId" clId="{208FC3DC-62FF-4728-A0F2-C8F2B0979AED}" dt="2026-06-08T19:08:05.816" v="15" actId="14100"/>
        <pc:sldMkLst>
          <pc:docMk/>
          <pc:sldMk cId="3242621635" sldId="256"/>
        </pc:sldMkLst>
        <pc:picChg chg="mod">
          <ac:chgData name="Divanshu Singh" userId="3adf4b46b30e326c" providerId="LiveId" clId="{208FC3DC-62FF-4728-A0F2-C8F2B0979AED}" dt="2026-06-08T19:08:05.816" v="15" actId="14100"/>
          <ac:picMkLst>
            <pc:docMk/>
            <pc:sldMk cId="3242621635" sldId="256"/>
            <ac:picMk id="43" creationId="{A7492CF5-85EA-1567-06EA-A09C82C9BD2F}"/>
          </ac:picMkLst>
        </pc:picChg>
      </pc:sldChg>
      <pc:sldChg chg="addSp delSp modSp mod">
        <pc:chgData name="Divanshu Singh" userId="3adf4b46b30e326c" providerId="LiveId" clId="{208FC3DC-62FF-4728-A0F2-C8F2B0979AED}" dt="2026-06-08T18:54:36.702" v="3" actId="14100"/>
        <pc:sldMkLst>
          <pc:docMk/>
          <pc:sldMk cId="889466693" sldId="257"/>
        </pc:sldMkLst>
        <pc:picChg chg="del">
          <ac:chgData name="Divanshu Singh" userId="3adf4b46b30e326c" providerId="LiveId" clId="{208FC3DC-62FF-4728-A0F2-C8F2B0979AED}" dt="2026-06-08T18:54:20.275" v="0" actId="478"/>
          <ac:picMkLst>
            <pc:docMk/>
            <pc:sldMk cId="889466693" sldId="257"/>
            <ac:picMk id="3" creationId="{695F3AE5-2DFF-E68F-9FC4-C672AB457D92}"/>
          </ac:picMkLst>
        </pc:picChg>
        <pc:picChg chg="add mod">
          <ac:chgData name="Divanshu Singh" userId="3adf4b46b30e326c" providerId="LiveId" clId="{208FC3DC-62FF-4728-A0F2-C8F2B0979AED}" dt="2026-06-08T18:54:36.702" v="3" actId="14100"/>
          <ac:picMkLst>
            <pc:docMk/>
            <pc:sldMk cId="889466693" sldId="257"/>
            <ac:picMk id="4" creationId="{2A7F4380-4896-A1E8-DE22-D22680DE6C20}"/>
          </ac:picMkLst>
        </pc:picChg>
      </pc:sldChg>
      <pc:sldChg chg="addSp modSp new mod ord setBg">
        <pc:chgData name="Divanshu Singh" userId="3adf4b46b30e326c" providerId="LiveId" clId="{208FC3DC-62FF-4728-A0F2-C8F2B0979AED}" dt="2026-06-08T19:14:40.626" v="26" actId="14100"/>
        <pc:sldMkLst>
          <pc:docMk/>
          <pc:sldMk cId="102936106" sldId="260"/>
        </pc:sldMkLst>
        <pc:picChg chg="add mod">
          <ac:chgData name="Divanshu Singh" userId="3adf4b46b30e326c" providerId="LiveId" clId="{208FC3DC-62FF-4728-A0F2-C8F2B0979AED}" dt="2026-06-08T19:14:40.626" v="26" actId="14100"/>
          <ac:picMkLst>
            <pc:docMk/>
            <pc:sldMk cId="102936106" sldId="260"/>
            <ac:picMk id="3" creationId="{059F5CB8-01B3-E136-774F-36C2C0945A8C}"/>
          </ac:picMkLst>
        </pc:picChg>
      </pc:sldChg>
      <pc:sldChg chg="addSp modSp new mod ord setBg">
        <pc:chgData name="Divanshu Singh" userId="3adf4b46b30e326c" providerId="LiveId" clId="{208FC3DC-62FF-4728-A0F2-C8F2B0979AED}" dt="2026-06-08T19:08:59.704" v="23" actId="931"/>
        <pc:sldMkLst>
          <pc:docMk/>
          <pc:sldMk cId="4122081676" sldId="261"/>
        </pc:sldMkLst>
        <pc:picChg chg="add mod">
          <ac:chgData name="Divanshu Singh" userId="3adf4b46b30e326c" providerId="LiveId" clId="{208FC3DC-62FF-4728-A0F2-C8F2B0979AED}" dt="2026-06-08T19:08:59.704" v="23" actId="931"/>
          <ac:picMkLst>
            <pc:docMk/>
            <pc:sldMk cId="4122081676" sldId="261"/>
            <ac:picMk id="3" creationId="{32120F20-3F2A-CD8A-3C12-644DC75F56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396F-A644-8752-EBF7-461EE2950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060BC-7EB8-4C95-A353-58024C4DA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893CD-B18F-8DAF-5CE2-611563A4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21C9B-771A-74E7-805C-E4501504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D7E74-66A5-6079-13F9-A8D506A8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6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1B0E-8680-220E-09D2-80377517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2A1C-C8DD-B068-1E93-B95D15E55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E76D-5E61-7DB0-C29C-9D283CD2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E1DF-AF66-7D6D-32ED-94A5D08E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A97D-5AAA-D18D-B607-55FE11EA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10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DDFB-27BD-5816-C093-D3A40D4D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180D6-51FC-3CCA-8B6B-1180B03EA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3EB3D-A372-9630-D265-4D4B8E7B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84911-2C47-256C-19CA-D3EDD742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FB4B8-1FBE-4C58-9EBB-670F82C0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72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D538-DEEC-06BD-6334-81D38277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080B-3BCD-7A22-8090-5F0415709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DE12F-0843-9FE2-03F3-C907C0455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90DB1-C0B1-A4B5-21AF-4E029230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E2A21-66D4-C8CE-A102-74F627DC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134C1-00A0-4401-2C60-AD58D06F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48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8F01-7114-1F7D-0FB5-EF6BDA69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F8C05-D9AC-1627-8E45-F29D4DED6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6ACFA-3A90-DB8A-996C-FBD51C0C7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A6A12-375A-479A-E655-8F970B197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DCCA7-DE4E-2F1B-91D1-23E36024E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31075-B918-3F87-E24F-983BEB65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8E0A9-4345-DE70-0949-5A574F03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5AE442-B650-66DB-A955-395FCA7B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96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039D-B628-30BD-DC3B-067D0D73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2729D-81DF-6FF3-6BEB-0F4B0260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0154D-4EAE-A879-FAA1-BB06871E6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C90B1-00E1-7164-635E-4590E0C3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58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300F3-6948-F051-3924-278B40A1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7AF33-D456-C85B-AF42-57B03DF9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1C792-31FB-26B6-10A9-3E645C2E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6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580A-25B5-004B-9080-E131DF9B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D319-6D8F-CD1B-614D-048581E47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582D1-EF02-D508-6EF5-DDC900875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C2CC4-A60A-E6A9-1A2B-97B688A5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B8B41-DD08-2C29-A731-D576399F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8AC4F-B0B5-D578-A2C4-D9F86956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97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F4D1-3799-5B39-4C48-85A407BA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16774-4E84-86C2-B91F-4D373EB07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BFE0E-179B-094C-DD25-F7354A844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F1B72-0B44-67C0-4B14-4893CC681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83C4A-97AC-FF7A-8D07-FA032D68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B3D68-858A-45A0-6735-8E0B884E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11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3B94-7AA8-A8DA-E361-7C755595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320B-FEFF-5995-9B08-F6593BB40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332A-F397-5F46-0BE7-4C789A3B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A2A2E-EA77-F864-DD90-4560E455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A6F03-22E9-2DD4-59AE-15FA5870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5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71C64-BDF4-4875-A16F-A65146B77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F8AAB-41B2-FCE0-A011-37ACFFF0D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ED308-C1CE-052F-8C84-EB0698B5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72A0-4F30-AF8F-9234-5174C7DA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CCF72-7070-BC04-8C32-C3885705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07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D07014-CC58-0DE0-3736-B4D137E2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91433-C983-E2AA-00F3-EE16DE11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0339-9B6B-EEDA-D5D0-EB23B7784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1FAEB-7F4B-4ACB-A44E-EFC346CD3D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9B4F-0CA8-72A0-EDF6-236828FD6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000D0-5E37-E7A7-A0F6-2FB222AF0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425C5-0563-43F9-A968-9664DB911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39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A7492CF5-85EA-1567-06EA-A09C82C9B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2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7F4380-4896-A1E8-DE22-D22680DE6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6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F9F56-7727-5250-2B1E-361B85624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0" cy="3303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F5C90-9145-976A-36AF-E73EA323C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0" y="-1"/>
            <a:ext cx="6440129" cy="3303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DFFD7B-00AB-F922-C0C9-EDB3D0D5A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3638"/>
            <a:ext cx="5751870" cy="35543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3995E-3DFA-63D1-9E7E-85B8B67CA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0" y="3303637"/>
            <a:ext cx="6440129" cy="355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1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F5CB8-01B3-E136-774F-36C2C0945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299"/>
            <a:ext cx="12192000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20F20-3F2A-CD8A-3C12-644DC75F5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8028"/>
            <a:ext cx="12192000" cy="484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8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300BF-CB58-1DF9-2F91-243DCE96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6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Divanshu Singh</dc:creator>
  <cp:lastModifiedBy>Divanshu Singh</cp:lastModifiedBy>
  <cp:revision>1</cp:revision>
  <dcterms:created xsi:type="dcterms:W3CDTF">2026-06-08T17:16:44Z</dcterms:created>
  <dcterms:modified xsi:type="dcterms:W3CDTF">2026-06-08T19:14:45Z</dcterms:modified>
</cp:coreProperties>
</file>